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3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30CC-828D-F429-1050-4B07785E7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215643-2B01-441C-DF09-67600B91F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1E5688-4F31-F87C-40E2-B899CCD7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35C139-8D93-F445-7352-47D752F9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9DC7C-63D4-AEBA-B6FA-0EDEEF64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285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E94D5-2AF4-7106-50D5-71E59205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8A8E35-E980-A3CE-F12C-14E3384EC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7C279E-4AED-7D37-893F-64D07860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7F8937-1B3D-2EBE-2D6F-387888E0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437812-5468-BC46-9EBC-9877FE10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30378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BBFEB-BA87-CDF6-A47C-9B01F88F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D24669-E309-EAF3-26ED-8BF4E2074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DB9ED6-3628-36E4-5B9E-E999CA94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10083-A1D6-CFC8-AC70-0A45CFF5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0BF56C-FBC9-1F4D-E489-1ECE8F04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9474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03457-6AFC-EF03-A3DC-22C42A11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FB363A-081E-F9C6-D11D-C209B3A46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C93C7-843C-9030-442A-1890496F3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7D3CE2-F170-4029-C121-FE1FE628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CD64A0-B008-D53B-5234-E5B8A91B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69DD6C-2BBC-7830-38CF-B1883F5F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2270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6B79F-3D34-DE3E-AE7F-56F175162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9099E6-9E0F-E193-9CF0-D60540BC0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4E7C2B-E3F5-4D0E-2813-ACC27DF98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8C546F-73BE-206F-2FF7-B6AB0CE2F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428BED-0130-6383-F2F2-07D522690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201E15-F32A-58A9-2C3E-2720681F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021290-7E61-985A-3C46-B179229F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1A71997-75AE-CC39-3AF7-3237465A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1887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A7771-6826-7202-ECAD-11E481FAA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711DA6-1227-7A44-DA82-918050CE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A1384F-6FC1-75C8-FA3F-0B1743C3D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AB7002-B9FD-6B5E-ACDA-3B56A2BF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692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3A1725-EFE7-1FFA-8136-CDBFEE3D5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037D4D-CBC0-A4D4-17AB-1126A58D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26F328-6CEA-0BE1-3E86-3566165C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1988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02BB9-0316-C5E2-FE45-F8E67D62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C4F24C-E513-BCBC-49C6-4FE075F55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893ACC-FDF3-6070-2564-A02CE015B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BE59C0-50C2-BBCF-C13E-9574CEF63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B1FCB7-25B6-50B4-9BF9-540E36FB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DD4D69-E3D6-A35B-B205-A99DDA34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27143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934E5-737C-6F51-53D5-B8EB1A60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CCB7AA-169A-B891-6B68-47C916F0E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2253F8-B412-6B35-AD5B-5D3FFDCBC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FE445B-A24D-73DF-3591-504E6899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8DBB90-75A8-6699-F5F6-A0A17FF7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9D0DF6-5E3A-86ED-5BE2-D1FF7F6E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0577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16785-8CD2-BF0F-006E-E38B3783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8B4A94-9CB7-0D33-EC74-F553D1DA5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E01FFF-34FD-7B46-318D-82F3C823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5DF063-1766-A00E-8FBC-2E7A06F6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574445-3482-79C3-1F48-6E723DFD5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599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70794F-9142-A937-4C8D-2B2B571DD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05F6E4-D71B-7127-E964-D31148D04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CD8E7D-51A0-4442-6F5F-AD5EC35C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4A0354-5036-EF53-A71C-8F460F8E7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30CB3-4452-02D7-1B31-6D0A77B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1232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9DD4D45-48BD-EFF1-A7EF-78CCFD97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6610CA-2485-5565-FC07-5B9F56301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21E04A-F216-D9E9-CDBC-3F47E2426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A6B80F-4918-47CB-8C4D-51A4FE47E699}" type="datetimeFigureOut">
              <a:rPr lang="es-EC" smtClean="0"/>
              <a:t>2026-08-02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19497-A3FA-760A-0910-9A92F997D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BF78E-B769-6926-23A2-83182999E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D00CB-5A5D-4E6A-9912-A7BAE158DEE3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853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48B094-6990-6937-68DB-DA4A6136A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936" b="-13731"/>
          <a:stretch>
            <a:fillRect/>
          </a:stretch>
        </p:blipFill>
        <p:spPr>
          <a:xfrm>
            <a:off x="1360272" y="565675"/>
            <a:ext cx="2769865" cy="26864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9E9852D-127F-5D1D-041E-1538C13E0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201" t="-23873" r="-17889" b="-10393"/>
          <a:stretch>
            <a:fillRect/>
          </a:stretch>
        </p:blipFill>
        <p:spPr>
          <a:xfrm>
            <a:off x="1357441" y="3605836"/>
            <a:ext cx="2772696" cy="268648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DC64443-AD95-F34B-5987-F9E4054212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-7128" r="3230" b="-8865"/>
          <a:stretch>
            <a:fillRect/>
          </a:stretch>
        </p:blipFill>
        <p:spPr>
          <a:xfrm rot="-540000">
            <a:off x="5488274" y="328876"/>
            <a:ext cx="6135563" cy="6156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D4C134AD-601E-6BE7-4ABD-CB4303934079}"/>
              </a:ext>
            </a:extLst>
          </p:cNvPr>
          <p:cNvSpPr/>
          <p:nvPr/>
        </p:nvSpPr>
        <p:spPr>
          <a:xfrm>
            <a:off x="4267200" y="1750142"/>
            <a:ext cx="1150374" cy="3313471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89138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GRANJA ALENCASTRO PABLO RENATO</dc:creator>
  <cp:lastModifiedBy>GRANJA ALENCASTRO PABLO RENATO</cp:lastModifiedBy>
  <cp:revision>3</cp:revision>
  <dcterms:created xsi:type="dcterms:W3CDTF">2026-08-03T00:13:44Z</dcterms:created>
  <dcterms:modified xsi:type="dcterms:W3CDTF">2026-08-03T00:24:57Z</dcterms:modified>
</cp:coreProperties>
</file>